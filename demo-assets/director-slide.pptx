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AI-Assisted SDLC Team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builds. Engineers review. Throughput goes up.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spend 30–40% of sprints on low-value work — typing boilerplate, chasing changes, reworking stale code.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Story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65960" y="292608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65960" y="2926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0" y="292608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2926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349240" y="2926080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49240" y="2926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292608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520440" y="292608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12080" y="2926080"/>
            <a:ext cx="164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" y="3611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agents: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PM/BA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drafts stories  • 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writes APIs + tests  • 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builds UI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writes migrations  • 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generates test cases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663440"/>
            <a:ext cx="6400800" cy="1325880"/>
          </a:xfrm>
          <a:prstGeom prst="roundRect">
            <a:avLst>
              <a:gd name="adj" fmla="val 689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MID-SPRINT CHANGES — HANDLED AUTOMATICALLY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changes → AI detects impact → updates affected code → opens follow-up PR → pings only affected devs → human reviews 2-line diff → merge 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0" y="15544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874520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typing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deciding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12–22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+30–40%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7315200" y="4206240"/>
            <a:ext cx="4389120" cy="914400"/>
          </a:xfrm>
          <a:prstGeom prst="roundRect">
            <a:avLst>
              <a:gd name="adj" fmla="val 10000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315200" y="4251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+30–40%</a:t>
            </a:r>
            <a:endParaRPr lang="en-US" sz="3200" dirty="0"/>
          </a:p>
        </p:txBody>
      </p:sp>
      <p:sp>
        <p:nvSpPr>
          <p:cNvPr id="27" name="Text 24"/>
          <p:cNvSpPr/>
          <p:nvPr/>
        </p:nvSpPr>
        <p:spPr>
          <a:xfrm>
            <a:off x="7315200" y="47091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throughput uplift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315200" y="530352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315200" y="55778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see a 10-minute recorded demo?</a:t>
            </a:r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AI agent · Sample project · No real office data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team. Same tools. Same budget. </a:t>
            </a:r>
            <a:pPr algn="ctr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handles the typing and the chasing.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 Rails — Built-In AI Safety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blocked before they cost a token.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 LAYERS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4864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20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920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sanitizer 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strips hidden characters, fake tags, oversized payloads — no AI, $0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487168"/>
            <a:ext cx="54864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4871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24871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classifier 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scores every input; blocks attacks — pennies per check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0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054096"/>
            <a:ext cx="54864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54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30540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Data-not-instructions wrap 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treat customer text as data, never as orders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305409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621024"/>
            <a:ext cx="548640" cy="457200"/>
          </a:xfrm>
          <a:prstGeom prst="roundRect">
            <a:avLst>
              <a:gd name="adj" fmla="val 12000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62102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362102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validation + canary 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leaks in the AI's own output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26480" y="36210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187952"/>
            <a:ext cx="548640" cy="457200"/>
          </a:xfrm>
          <a:prstGeom prst="roundRect">
            <a:avLst>
              <a:gd name="adj" fmla="val 12000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418795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sanitization 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 what agents recall from memory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126480" y="418795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754880"/>
            <a:ext cx="548640" cy="457200"/>
          </a:xfrm>
          <a:prstGeom prst="roundRect">
            <a:avLst>
              <a:gd name="adj" fmla="val 12000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754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" y="4754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trust 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hijacked agent can't infect the next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26480" y="47548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5321808"/>
            <a:ext cx="54864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53218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43000" y="532180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+ dashboard 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block recorded per tenant — SOC2-ready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26480" y="53218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15544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15200" y="1920240"/>
            <a:ext cx="4389120" cy="1051560"/>
          </a:xfrm>
          <a:prstGeom prst="roundRect">
            <a:avLst>
              <a:gd name="adj" fmla="val 8696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196596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/ 25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7315200" y="2560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attacks blocked in security testing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60920" y="3154680"/>
            <a:ext cx="4343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of 7 layers live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(3 more designed)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Raj code review: 96 / 100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Frozen 100-case attack benchmark
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Every block logged per tenant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200" y="4663440"/>
            <a:ext cx="4389120" cy="1325880"/>
          </a:xfrm>
          <a:prstGeom prst="roundRect">
            <a:avLst>
              <a:gd name="adj" fmla="val 689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98080" y="475488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498080" y="507492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request is rejected before it ever reaches a paid model — so an attacker can't leak data, hijack an agent, or run up your bill.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gates before a token is spent · 2 more before agents trust each other · </a:t>
            </a:r>
            <a:pPr algn="ctr"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attempt logged.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AI-Assisted SDLC Team — Director Brief</dc:title>
  <dc:subject>PptxGenJS Presentation</dc:subject>
  <dc:creator>AI Workforce Demo</dc:creator>
  <cp:lastModifiedBy>AI Workforce Demo</cp:lastModifiedBy>
  <cp:revision>1</cp:revision>
  <dcterms:created xsi:type="dcterms:W3CDTF">2026-06-16T07:49:19Z</dcterms:created>
  <dcterms:modified xsi:type="dcterms:W3CDTF">2026-06-16T07:49:19Z</dcterms:modified>
</cp:coreProperties>
</file>