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 SDLC Team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builds. Engineers review. Throughput goes up.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30–40% of sprints on low-value work — typing boilerplate, chasing changes, reworking stale code.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65960" y="29260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29260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49240" y="29260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2926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92608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20440" y="292608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12080" y="292608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agents: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PM/BA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drafts stories  • 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writes APIs + tests  • 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builds UI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writes migrations  • 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generates test cases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640080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7548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 CHANGES — HANDLED AUTOMATICALLY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0749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changes → AI detects impact → updates affected code → opens follow-up PR → pings only affected devs → human reviews 2-line diff → merge 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1554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874520"/>
          <a:ext cx="4389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typing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deciding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+30–40%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B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315200" y="420624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0" y="4251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+30–40%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7315200" y="4709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throughput uplift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315200" y="5303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315200" y="5577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see a 10-minute recorded demo?</a:t>
            </a:r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agent · Sample project · No real office data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team. Same tools. Same budget. </a:t>
            </a:r>
            <a:pPr algn="ctr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the typing and the chasing.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SDLC Team — Director Brief</dc:title>
  <dc:subject>PptxGenJS Presentation</dc:subject>
  <dc:creator>AI Workforce Demo</dc:creator>
  <cp:lastModifiedBy>AI Workforce Demo</cp:lastModifiedBy>
  <cp:revision>1</cp:revision>
  <dcterms:created xsi:type="dcterms:W3CDTF">2026-05-12T09:47:26Z</dcterms:created>
  <dcterms:modified xsi:type="dcterms:W3CDTF">2026-05-12T09:47:26Z</dcterms:modified>
</cp:coreProperties>
</file>